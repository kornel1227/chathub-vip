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840" r:id="rId4"/>
  </p:sldMasterIdLst>
  <p:notesMasterIdLst>
    <p:notesMasterId r:id="rId18"/>
  </p:notesMasterIdLst>
  <p:handoutMasterIdLst>
    <p:handoutMasterId r:id="rId19"/>
  </p:handoutMasterIdLst>
  <p:sldIdLst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 rtl="0">
      <a:defRPr lang="h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C277"/>
    <a:srgbClr val="FFFFFF"/>
    <a:srgbClr val="C2AC6C"/>
    <a:srgbClr val="C294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8" autoAdjust="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44F0FE7-96E4-4A00-911E-EC960125F80A}" type="datetime1">
              <a:rPr lang="hu-HU" smtClean="0"/>
              <a:t>2026. 05. 16.</a:t>
            </a:fld>
            <a:endParaRPr lang="hu-HU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AF921D6-565D-4D46-B49E-39B8683600B4}" type="slidenum">
              <a:rPr lang="hu-HU" smtClean="0"/>
              <a:t>‹#›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472841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A3697-1E16-45F1-8574-66CD3A467056}" type="datetime1">
              <a:rPr lang="hu-HU" smtClean="0"/>
              <a:pPr/>
              <a:t>2026. 05. 16.</a:t>
            </a:fld>
            <a:endParaRPr lang="hu-HU" dirty="0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hu-HU" noProof="0" dirty="0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80CB90E-A225-4324-8C33-43B910608846}" type="slidenum">
              <a:rPr lang="hu-HU" noProof="0" smtClean="0"/>
              <a:t>‹#›</a:t>
            </a:fld>
            <a:endParaRPr lang="hu-HU" noProof="0" dirty="0"/>
          </a:p>
        </p:txBody>
      </p:sp>
    </p:spTree>
    <p:extLst>
      <p:ext uri="{BB962C8B-B14F-4D97-AF65-F5344CB8AC3E}">
        <p14:creationId xmlns:p14="http://schemas.microsoft.com/office/powerpoint/2010/main" val="1776786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80CB90E-A225-4324-8C33-43B910608846}" type="slidenum">
              <a:rPr lang="hu-HU" smtClean="0"/>
              <a:t>1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87934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80CB90E-A225-4324-8C33-43B910608846}" type="slidenum">
              <a:rPr lang="hu-HU" smtClean="0"/>
              <a:t>2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52100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rtlCol="0" anchor="b">
            <a:normAutofit/>
          </a:bodyPr>
          <a:lstStyle>
            <a:lvl1pPr algn="ctr">
              <a:defRPr sz="540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rtlCol="0"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 noProof="0" smtClean="0"/>
              <a:t>Kattintson ide az alcím mintájának szerkesztéséhez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BF12E6-A29A-421E-9CB8-8BCBE7EB58ED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80A04CF-B116-4610-87C8-08B352A11FA3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rtlCol="0" anchor="b"/>
          <a:lstStyle>
            <a:lvl1pPr algn="ctr">
              <a:defRPr sz="4000" b="0" cap="none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rtlCol="0"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28CB70-FBC5-426C-B61D-8E41A2D3517A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ét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rtlCol="0" anchor="t">
            <a:normAutofit/>
          </a:bodyPr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7BD1E5-30CB-4819-A47D-32CAF986A833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Kép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rtlCol="0"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E047F2-C109-4AB8-8B46-9C6E928F871E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B83EB93-D5BA-448D-BC10-B712143286F8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C9884B9-1963-4961-ABF2-A832DA2E14B1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rtlCol="0" anchor="b">
            <a:normAutofit/>
          </a:bodyPr>
          <a:lstStyle>
            <a:lvl1pPr algn="ctr">
              <a:defRPr sz="2400" b="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 rtlCol="0">
            <a:normAutofit/>
          </a:bodyPr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DBAA6C8-5319-488A-8BE8-65D280D1A183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Kép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rtlCol="0" anchor="b">
            <a:noAutofit/>
          </a:bodyPr>
          <a:lstStyle>
            <a:lvl1pPr algn="ctr">
              <a:defRPr sz="3200" b="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 smtClean="0"/>
              <a:t>Kép beszúrásához kattintson az ikonra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115B94-89ED-4624-9FD5-E80DDE081885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Kép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rtlCol="0" anchor="b">
            <a:normAutofit/>
          </a:bodyPr>
          <a:lstStyle>
            <a:lvl1pPr algn="ctr">
              <a:defRPr sz="280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Kép helyőrzője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u-HU" noProof="0" smtClean="0"/>
              <a:t>Kép beszúrásához kattintson az ikonra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0191C7-85F7-4645-BC50-899E54C57473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felir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rtlCol="0"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307ED79-ADE1-4264-A128-5261B036BCF5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rtlCol="0" anchor="ctr"/>
          <a:lstStyle>
            <a:lvl1pPr>
              <a:defRPr sz="320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12" name="Szöveg helye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F21BE12-CFC3-4EA2-9E20-5CCD56560160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  <p:sp>
        <p:nvSpPr>
          <p:cNvPr id="11" name="Szövegdoboz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rtl="0"/>
            <a:r>
              <a:rPr lang="hu-H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„</a:t>
            </a:r>
          </a:p>
        </p:txBody>
      </p:sp>
      <p:sp>
        <p:nvSpPr>
          <p:cNvPr id="13" name="Szövegdoboz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hu-HU" sz="8000" noProof="0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j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rtlCol="0"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5E5CEC2-6032-4021-8851-F9021142AB91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ím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7" name="Szöveg helye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8" name="Szöveg helye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9" name="Szöveg helye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10" name="Szöveg helye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11" name="Szöveg helye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12" name="Szöveg helye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B80630E-1404-4BE1-A41A-8064597FE476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oszl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Kép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Kép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Cím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19" name="Szöveg helye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20" name="Kép helyőrzője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 smtClean="0"/>
              <a:t>Kép beszúrásához kattintson az ikonra</a:t>
            </a:r>
            <a:endParaRPr lang="hu-HU" noProof="0" dirty="0"/>
          </a:p>
        </p:txBody>
      </p:sp>
      <p:sp>
        <p:nvSpPr>
          <p:cNvPr id="21" name="Szöveg helye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22" name="Szöveg helye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23" name="Kép helyőrzője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 smtClean="0"/>
              <a:t>Kép beszúrásához kattintson az ikonra</a:t>
            </a:r>
            <a:endParaRPr lang="hu-HU" noProof="0" dirty="0"/>
          </a:p>
        </p:txBody>
      </p:sp>
      <p:sp>
        <p:nvSpPr>
          <p:cNvPr id="24" name="Szöveg helye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25" name="Szöveg helye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rtlCol="0"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26" name="Kép helyőrzője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hu-HU" noProof="0" smtClean="0"/>
              <a:t>Kép beszúrásához kattintson az ikonra</a:t>
            </a:r>
            <a:endParaRPr lang="hu-HU" noProof="0" dirty="0"/>
          </a:p>
        </p:txBody>
      </p:sp>
      <p:sp>
        <p:nvSpPr>
          <p:cNvPr id="27" name="Szöveg helye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u-HU" noProof="0" smtClean="0"/>
              <a:t>Mintaszöveg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8262A80-4511-4693-8A78-6D2AA7C86408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hu-HU" noProof="0" smtClean="0"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F04278-78B3-43F2-9912-A4FCA8ABE5A2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 rtlCol="0"/>
          <a:lstStyle>
            <a:lvl1pPr algn="l">
              <a:defRPr/>
            </a:lvl1pPr>
          </a:lstStyle>
          <a:p>
            <a:pPr rtl="0"/>
            <a:r>
              <a:rPr lang="hu-HU" noProof="0" smtClean="0"/>
              <a:t>Mintacím szerkesztése</a:t>
            </a:r>
            <a:endParaRPr lang="hu-HU" noProof="0" dirty="0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rtlCol="0" anchor="t"/>
          <a:lstStyle/>
          <a:p>
            <a:pPr lvl="0" rtl="0"/>
            <a:r>
              <a:rPr lang="hu-HU" noProof="0" smtClean="0"/>
              <a:t>Mintaszöveg szerkesztése</a:t>
            </a:r>
          </a:p>
          <a:p>
            <a:pPr lvl="1" rtl="0"/>
            <a:r>
              <a:rPr lang="hu-HU" noProof="0" smtClean="0"/>
              <a:t>Második szint</a:t>
            </a:r>
          </a:p>
          <a:p>
            <a:pPr lvl="2" rtl="0"/>
            <a:r>
              <a:rPr lang="hu-HU" noProof="0" smtClean="0"/>
              <a:t>Harmadik szint</a:t>
            </a:r>
          </a:p>
          <a:p>
            <a:pPr lvl="3" rtl="0"/>
            <a:r>
              <a:rPr lang="hu-HU" noProof="0" smtClean="0"/>
              <a:t>Negyedik szint</a:t>
            </a:r>
          </a:p>
          <a:p>
            <a:pPr lvl="4" rtl="0"/>
            <a:r>
              <a:rPr lang="hu-HU" noProof="0" smtClean="0"/>
              <a:t>Ötödik szint</a:t>
            </a:r>
            <a:endParaRPr lang="hu-HU" noProof="0" dirty="0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B34B594-A133-4B4E-86B4-6B79D575888E}" type="datetime1">
              <a:rPr lang="hu-HU" noProof="0" smtClean="0"/>
              <a:t>2026. 05. 16.</a:t>
            </a:fld>
            <a:endParaRPr lang="hu-HU" noProof="0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hu-HU" noProof="0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F28FB93-0A08-4E7D-8E63-9EFA29F1E093}" type="slidenum">
              <a:rPr lang="hu-HU" noProof="0" smtClean="0"/>
              <a:pPr/>
              <a:t>‹#›</a:t>
            </a:fld>
            <a:endParaRPr lang="hu-HU" noProof="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u-HU" noProof="0" dirty="0"/>
              <a:t>Mintacím stílusának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hu-HU" noProof="0" dirty="0"/>
              <a:t>Mintaszöveg szerkesztése</a:t>
            </a:r>
          </a:p>
          <a:p>
            <a:pPr lvl="1" rtl="0"/>
            <a:r>
              <a:rPr lang="hu-HU" noProof="0" dirty="0"/>
              <a:t>Második szint</a:t>
            </a:r>
          </a:p>
          <a:p>
            <a:pPr lvl="2" rtl="0"/>
            <a:r>
              <a:rPr lang="hu-HU" noProof="0" dirty="0"/>
              <a:t>Harmadik szint</a:t>
            </a:r>
          </a:p>
          <a:p>
            <a:pPr lvl="3" rtl="0"/>
            <a:r>
              <a:rPr lang="hu-HU" noProof="0" dirty="0"/>
              <a:t>Negyedik szint</a:t>
            </a:r>
          </a:p>
          <a:p>
            <a:pPr lvl="4" rtl="0"/>
            <a:r>
              <a:rPr lang="hu-HU" noProof="0" dirty="0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AF39AB90-3CDA-404C-87A9-5125E2644040}" type="datetime1">
              <a:rPr lang="hu-HU" smtClean="0"/>
              <a:pPr/>
              <a:t>2026. 05. 16.</a:t>
            </a:fld>
            <a:endParaRPr lang="hu-HU" dirty="0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endParaRPr lang="hu-HU" dirty="0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  <a:latin typeface="Times New Roman" panose="02020603050405020304" pitchFamily="18" charset="0"/>
              </a:defRPr>
            </a:lvl1pPr>
          </a:lstStyle>
          <a:p>
            <a:fld id="{DF28FB93-0A08-4E7D-8E63-9EFA29F1E093}" type="slidenum">
              <a:rPr lang="hu-HU" smtClean="0"/>
              <a:pPr/>
              <a:t>‹#›</a:t>
            </a:fld>
            <a:endParaRPr lang="hu-HU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2" r:id="rId10"/>
    <p:sldLayoutId id="2147483853" r:id="rId11"/>
    <p:sldLayoutId id="2147483854" r:id="rId12"/>
    <p:sldLayoutId id="2147483855" r:id="rId13"/>
    <p:sldLayoutId id="2147483858" r:id="rId14"/>
    <p:sldLayoutId id="2147483859" r:id="rId15"/>
    <p:sldLayoutId id="2147483850" r:id="rId16"/>
    <p:sldLayoutId id="2147483851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Times New Roman" panose="02020603050405020304" pitchFamily="18" charset="0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5" name="Szabadkézi sokszög 5">
            <a:extLst>
              <a:ext uri="{FF2B5EF4-FFF2-40B4-BE49-F238E27FC236}">
                <a16:creationId xmlns:a16="http://schemas.microsoft.com/office/drawing/2014/main" id="{608EAA06-5488-416B-B2B2-E5521301101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2769538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a16="http://schemas.microsoft.com/office/drawing/2014/main" xmlns:p14="http://schemas.microsoft.com/office/powerpoint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rtl="0"/>
            <a:endParaRPr lang="hu-HU" dirty="0">
              <a:latin typeface="Times New Roman" panose="02020603050405020304" pitchFamily="18" charset="0"/>
            </a:endParaRPr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9E76074B-C45A-40AF-9F6D-1348D176F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335" y="3496574"/>
            <a:ext cx="6436104" cy="1138686"/>
          </a:xfrm>
        </p:spPr>
        <p:txBody>
          <a:bodyPr rtlCol="0">
            <a:normAutofit/>
          </a:bodyPr>
          <a:lstStyle/>
          <a:p>
            <a:pPr algn="l"/>
            <a:r>
              <a:rPr lang="hu-HU" sz="4400" b="1" dirty="0" smtClean="0">
                <a:solidFill>
                  <a:srgbClr val="FFFFFF"/>
                </a:solidFill>
              </a:rPr>
              <a:t>Chathub</a:t>
            </a:r>
            <a:r>
              <a:rPr lang="hu-HU" sz="4400" b="1" dirty="0" smtClean="0">
                <a:solidFill>
                  <a:srgbClr val="FFFFFF"/>
                </a:solidFill>
              </a:rPr>
              <a:t>-VIP</a:t>
            </a:r>
            <a:endParaRPr lang="hu-HU" sz="4400" b="1" dirty="0">
              <a:solidFill>
                <a:srgbClr val="FFFFFF"/>
              </a:solidFill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C73FCE9-28D4-427E-BF96-E6B19E59E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35" y="4548996"/>
            <a:ext cx="6436104" cy="534838"/>
          </a:xfrm>
        </p:spPr>
        <p:txBody>
          <a:bodyPr rtlCol="0">
            <a:normAutofit/>
          </a:bodyPr>
          <a:lstStyle/>
          <a:p>
            <a:pPr algn="l" rtl="0"/>
            <a:r>
              <a:rPr lang="hu-HU" sz="1800" dirty="0" smtClean="0">
                <a:solidFill>
                  <a:srgbClr val="DDC277"/>
                </a:solidFill>
              </a:rPr>
              <a:t>Készítette: Jacsó Áron, Götli Dénes Mór, Tóth Kornél</a:t>
            </a:r>
            <a:endParaRPr lang="hu-HU" sz="1800" dirty="0">
              <a:solidFill>
                <a:srgbClr val="DDC27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879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83A355-F4EE-449A-8FF6-965BB822C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7" y="435032"/>
            <a:ext cx="3309070" cy="970450"/>
          </a:xfrm>
        </p:spPr>
        <p:txBody>
          <a:bodyPr rtlCol="0" anchor="b">
            <a:noAutofit/>
          </a:bodyPr>
          <a:lstStyle/>
          <a:p>
            <a:pPr algn="l"/>
            <a:r>
              <a:rPr lang="hu-HU" b="1" dirty="0" smtClean="0"/>
              <a:t>Projekt célja:</a:t>
            </a:r>
            <a:endParaRPr lang="hu-HU" b="1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E292CA-6284-4C1D-9FB2-E1D962FCD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17" y="1682573"/>
            <a:ext cx="4289367" cy="4058751"/>
          </a:xfrm>
        </p:spPr>
        <p:txBody>
          <a:bodyPr rtlCol="0" anchor="t">
            <a:normAutofit/>
          </a:bodyPr>
          <a:lstStyle/>
          <a:p>
            <a:r>
              <a:rPr lang="hu-HU" dirty="0" smtClean="0">
                <a:solidFill>
                  <a:srgbClr val="DDC277"/>
                </a:solidFill>
                <a:effectLst/>
              </a:rPr>
              <a:t>A </a:t>
            </a:r>
            <a:r>
              <a:rPr lang="hu-HU" dirty="0">
                <a:solidFill>
                  <a:srgbClr val="DDC277"/>
                </a:solidFill>
                <a:effectLst/>
              </a:rPr>
              <a:t>projektünk célja, hogy lehetőséget tudjunk nyújtani a magányos vagy csak beszélgetni vágyók számára</a:t>
            </a:r>
            <a:r>
              <a:rPr lang="hu-HU" dirty="0" smtClean="0">
                <a:solidFill>
                  <a:srgbClr val="DDC277"/>
                </a:solidFill>
                <a:effectLst/>
              </a:rPr>
              <a:t>.</a:t>
            </a:r>
          </a:p>
          <a:p>
            <a:r>
              <a:rPr lang="hu-HU" dirty="0" smtClean="0">
                <a:solidFill>
                  <a:srgbClr val="DDC277"/>
                </a:solidFill>
                <a:effectLst/>
              </a:rPr>
              <a:t>Férfiak és nők számára is.</a:t>
            </a:r>
          </a:p>
          <a:p>
            <a:r>
              <a:rPr lang="hu-HU" dirty="0" smtClean="0">
                <a:solidFill>
                  <a:srgbClr val="DDC277"/>
                </a:solidFill>
                <a:effectLst/>
              </a:rPr>
              <a:t> Hírességek vannak a középpontban.</a:t>
            </a:r>
            <a:endParaRPr lang="hu-HU" sz="1600" dirty="0">
              <a:solidFill>
                <a:srgbClr val="DDC277"/>
              </a:solidFill>
            </a:endParaRP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B536FA4E-0152-4E27-91DA-0FC22D1846B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2950" y="1"/>
            <a:ext cx="7639050" cy="685800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2950" y="1"/>
            <a:ext cx="7639050" cy="6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624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/>
              <a:t>Magáról a termékről: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1349543" y="2492672"/>
            <a:ext cx="9161230" cy="405875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hu-HU" sz="2800" dirty="0" smtClean="0">
                <a:solidFill>
                  <a:srgbClr val="DDC277"/>
                </a:solidFill>
              </a:rPr>
              <a:t>Társalgási oldal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sz="2800" dirty="0" smtClean="0">
                <a:solidFill>
                  <a:srgbClr val="DDC277"/>
                </a:solidFill>
              </a:rPr>
              <a:t>Regisztráció és bejelentkezési oldal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sz="2800" dirty="0" smtClean="0">
                <a:solidFill>
                  <a:srgbClr val="DDC277"/>
                </a:solidFill>
              </a:rPr>
              <a:t>Főoldal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sz="2800" dirty="0" smtClean="0">
                <a:solidFill>
                  <a:srgbClr val="DDC277"/>
                </a:solidFill>
              </a:rPr>
              <a:t>Kapcsolat oldal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sz="2800" dirty="0" smtClean="0">
                <a:solidFill>
                  <a:srgbClr val="DDC277"/>
                </a:solidFill>
              </a:rPr>
              <a:t>Előoldal</a:t>
            </a:r>
          </a:p>
          <a:p>
            <a:pPr marL="36900" indent="0">
              <a:buNone/>
            </a:pPr>
            <a:endParaRPr lang="hu-HU" dirty="0" smtClean="0"/>
          </a:p>
          <a:p>
            <a:pPr marL="36900" indent="0">
              <a:buNone/>
            </a:pPr>
            <a:endParaRPr lang="hu-HU" dirty="0"/>
          </a:p>
          <a:p>
            <a:pPr marL="36900" indent="0" algn="ctr">
              <a:buNone/>
            </a:pPr>
            <a:r>
              <a:rPr lang="hu-HU" sz="3200" b="1" dirty="0" smtClean="0"/>
              <a:t>Maga az oldal:</a:t>
            </a: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58" y="523701"/>
            <a:ext cx="1295178" cy="176669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C2AC6C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980" y="1094825"/>
            <a:ext cx="1882323" cy="3958218"/>
          </a:xfrm>
          <a:prstGeom prst="rect">
            <a:avLst/>
          </a:prstGeom>
          <a:ln w="228600" cap="sq" cmpd="thickThin">
            <a:solidFill>
              <a:srgbClr val="C2AC6C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9891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>
                <a:solidFill>
                  <a:srgbClr val="FFFFFF"/>
                </a:solidFill>
              </a:rPr>
              <a:t>Előoldal/Regisztráció/Bejelentkezés: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913795" y="1732448"/>
            <a:ext cx="5060497" cy="46434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Előoldal: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Bejelentkezés/Regisztráció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hu-HU" dirty="0" smtClean="0">
              <a:solidFill>
                <a:srgbClr val="DDC277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Regisztráció: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Email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Felhasználónév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Jelszó</a:t>
            </a:r>
          </a:p>
          <a:p>
            <a:pPr marL="415800" indent="-342900">
              <a:buFont typeface="Wingdings" panose="05000000000000000000" pitchFamily="2" charset="2"/>
              <a:buChar char="v"/>
            </a:pPr>
            <a:endParaRPr lang="hu-HU" dirty="0" smtClean="0">
              <a:solidFill>
                <a:srgbClr val="DDC277"/>
              </a:solidFill>
            </a:endParaRPr>
          </a:p>
          <a:p>
            <a:pPr marL="415800" indent="-342900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Bejelentkezés: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Felhasználónév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Jelszó</a:t>
            </a:r>
            <a:endParaRPr lang="hu-HU" dirty="0">
              <a:solidFill>
                <a:srgbClr val="DDC277"/>
              </a:solidFill>
            </a:endParaRPr>
          </a:p>
          <a:p>
            <a:endParaRPr lang="hu-HU" dirty="0" smtClean="0"/>
          </a:p>
        </p:txBody>
      </p:sp>
      <p:pic>
        <p:nvPicPr>
          <p:cNvPr id="8" name="Kép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33" y="2769060"/>
            <a:ext cx="7823087" cy="375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2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800" b="1" dirty="0" smtClean="0">
                <a:solidFill>
                  <a:srgbClr val="FFFFFF"/>
                </a:solidFill>
              </a:rPr>
              <a:t>Főoldal:</a:t>
            </a:r>
            <a:endParaRPr lang="hu-HU" sz="4800" b="1" dirty="0">
              <a:solidFill>
                <a:srgbClr val="FFFF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Hírességek kártyák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Menü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Reszponzivitás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Footer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Exkluzív ajánlat</a:t>
            </a:r>
            <a:endParaRPr lang="hu-HU" dirty="0">
              <a:solidFill>
                <a:srgbClr val="DDC277"/>
              </a:solidFill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851" y="1732449"/>
            <a:ext cx="7990863" cy="4618475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38" y="5631424"/>
            <a:ext cx="3313860" cy="6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035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>
                <a:solidFill>
                  <a:srgbClr val="FFFFFF"/>
                </a:solidFill>
              </a:rPr>
              <a:t>Kapcsolat oldal: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Menü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Gyakori kérdések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Készítők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Videók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Reszponzivitás</a:t>
            </a:r>
            <a:endParaRPr lang="hu-HU" dirty="0">
              <a:solidFill>
                <a:srgbClr val="DDC277"/>
              </a:solidFill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87" y="4041921"/>
            <a:ext cx="11002504" cy="281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85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>
                <a:solidFill>
                  <a:srgbClr val="FFFFFF"/>
                </a:solidFill>
              </a:rPr>
              <a:t>Beszélgető oldal: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13795" y="1300187"/>
            <a:ext cx="10353762" cy="40587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Menü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Reszponzivitás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hu-HU" dirty="0" smtClean="0">
                <a:solidFill>
                  <a:srgbClr val="DDC277"/>
                </a:solidFill>
              </a:rPr>
              <a:t>Beszélgetés helyszíne</a:t>
            </a:r>
            <a:endParaRPr lang="hu-HU" dirty="0">
              <a:solidFill>
                <a:srgbClr val="DDC277"/>
              </a:solidFill>
            </a:endParaRP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689241"/>
            <a:ext cx="10293199" cy="3869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545870"/>
            <a:ext cx="5448648" cy="970450"/>
          </a:xfrm>
        </p:spPr>
        <p:txBody>
          <a:bodyPr/>
          <a:lstStyle/>
          <a:p>
            <a:pPr algn="l"/>
            <a:r>
              <a:rPr lang="hu-HU" b="1" dirty="0" smtClean="0">
                <a:solidFill>
                  <a:srgbClr val="FFFFFF"/>
                </a:solidFill>
              </a:rPr>
              <a:t>Fejlesztési környezet:</a:t>
            </a:r>
            <a:endParaRPr lang="hu-HU" b="1" dirty="0">
              <a:solidFill>
                <a:srgbClr val="FFFFFF"/>
              </a:solidFill>
            </a:endParaRP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913795" y="1732450"/>
            <a:ext cx="10353762" cy="2216096"/>
          </a:xfrm>
        </p:spPr>
        <p:txBody>
          <a:bodyPr>
            <a:normAutofit lnSpcReduction="10000"/>
          </a:bodyPr>
          <a:lstStyle/>
          <a:p>
            <a:pPr fontAlgn="base">
              <a:buFont typeface="Wingdings" panose="05000000000000000000" pitchFamily="2" charset="2"/>
              <a:buChar char="v"/>
            </a:pPr>
            <a:r>
              <a:rPr lang="hu-HU" cap="small" dirty="0">
                <a:solidFill>
                  <a:srgbClr val="DDC277"/>
                </a:solidFill>
                <a:effectLst/>
              </a:rPr>
              <a:t>Visual </a:t>
            </a:r>
            <a:r>
              <a:rPr lang="hu-HU" cap="small" dirty="0" err="1">
                <a:solidFill>
                  <a:srgbClr val="DDC277"/>
                </a:solidFill>
                <a:effectLst/>
              </a:rPr>
              <a:t>Studio</a:t>
            </a:r>
            <a:r>
              <a:rPr lang="hu-HU" cap="small" dirty="0">
                <a:solidFill>
                  <a:srgbClr val="DDC277"/>
                </a:solidFill>
                <a:effectLst/>
              </a:rPr>
              <a:t> </a:t>
            </a:r>
            <a:r>
              <a:rPr lang="hu-HU" cap="small" dirty="0" err="1">
                <a:solidFill>
                  <a:srgbClr val="DDC277"/>
                </a:solidFill>
                <a:effectLst/>
              </a:rPr>
              <a:t>Code</a:t>
            </a:r>
            <a:r>
              <a:rPr lang="en-US" dirty="0">
                <a:solidFill>
                  <a:srgbClr val="DDC277"/>
                </a:solidFill>
                <a:effectLst/>
              </a:rPr>
              <a:t>​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hu-HU" cap="small" dirty="0" err="1">
                <a:solidFill>
                  <a:srgbClr val="DDC277"/>
                </a:solidFill>
                <a:effectLst/>
              </a:rPr>
              <a:t>Jira</a:t>
            </a:r>
            <a:r>
              <a:rPr lang="en-US" dirty="0">
                <a:solidFill>
                  <a:srgbClr val="DDC277"/>
                </a:solidFill>
                <a:effectLst/>
              </a:rPr>
              <a:t>​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hu-HU" cap="small" dirty="0" err="1">
                <a:solidFill>
                  <a:srgbClr val="DDC277"/>
                </a:solidFill>
                <a:effectLst/>
              </a:rPr>
              <a:t>Github</a:t>
            </a:r>
            <a:r>
              <a:rPr lang="en-US" dirty="0">
                <a:solidFill>
                  <a:srgbClr val="DDC277"/>
                </a:solidFill>
                <a:effectLst/>
              </a:rPr>
              <a:t>​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hu-HU" cap="small" dirty="0" err="1">
                <a:solidFill>
                  <a:srgbClr val="DDC277"/>
                </a:solidFill>
                <a:effectLst/>
              </a:rPr>
              <a:t>Figma</a:t>
            </a:r>
            <a:r>
              <a:rPr lang="en-US" dirty="0">
                <a:solidFill>
                  <a:srgbClr val="DDC277"/>
                </a:solidFill>
                <a:effectLst/>
              </a:rPr>
              <a:t>​</a:t>
            </a:r>
          </a:p>
          <a:p>
            <a:pPr fontAlgn="base">
              <a:buFont typeface="Wingdings" panose="05000000000000000000" pitchFamily="2" charset="2"/>
              <a:buChar char="v"/>
            </a:pPr>
            <a:r>
              <a:rPr lang="hu-HU" cap="small" dirty="0">
                <a:solidFill>
                  <a:srgbClr val="DDC277"/>
                </a:solidFill>
                <a:effectLst/>
              </a:rPr>
              <a:t>(</a:t>
            </a:r>
            <a:r>
              <a:rPr lang="hu-HU" cap="small" dirty="0" err="1">
                <a:solidFill>
                  <a:srgbClr val="DDC277"/>
                </a:solidFill>
                <a:effectLst/>
              </a:rPr>
              <a:t>ChatGPT</a:t>
            </a:r>
            <a:r>
              <a:rPr lang="hu-HU" cap="small" dirty="0">
                <a:solidFill>
                  <a:srgbClr val="DDC277"/>
                </a:solidFill>
                <a:effectLst/>
              </a:rPr>
              <a:t>)</a:t>
            </a:r>
            <a:r>
              <a:rPr lang="en-US" dirty="0">
                <a:solidFill>
                  <a:srgbClr val="DDC277"/>
                </a:solidFill>
                <a:effectLst/>
              </a:rPr>
              <a:t>​</a:t>
            </a:r>
          </a:p>
          <a:p>
            <a:endParaRPr lang="hu-HU" dirty="0"/>
          </a:p>
        </p:txBody>
      </p:sp>
      <p:sp>
        <p:nvSpPr>
          <p:cNvPr id="4" name="Szövegdoboz 3"/>
          <p:cNvSpPr txBox="1"/>
          <p:nvPr/>
        </p:nvSpPr>
        <p:spPr>
          <a:xfrm>
            <a:off x="913795" y="4164676"/>
            <a:ext cx="89361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Program nyelvek:</a:t>
            </a:r>
            <a:endParaRPr lang="hu-HU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zövegdoboz 4"/>
          <p:cNvSpPr txBox="1"/>
          <p:nvPr/>
        </p:nvSpPr>
        <p:spPr>
          <a:xfrm>
            <a:off x="913795" y="5088692"/>
            <a:ext cx="456368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sz="1600" dirty="0">
                <a:solidFill>
                  <a:srgbClr val="DDC277"/>
                </a:solidFill>
              </a:rPr>
              <a:t>HTML</a:t>
            </a:r>
            <a:r>
              <a:rPr lang="en-US" sz="1600" dirty="0">
                <a:solidFill>
                  <a:srgbClr val="DDC277"/>
                </a:solidFill>
              </a:rPr>
              <a:t>​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>
                <a:solidFill>
                  <a:srgbClr val="DDC277"/>
                </a:solidFill>
              </a:rPr>
              <a:t>CSS</a:t>
            </a:r>
            <a:r>
              <a:rPr lang="en-US" dirty="0">
                <a:solidFill>
                  <a:srgbClr val="DDC277"/>
                </a:solidFill>
              </a:rPr>
              <a:t>​</a:t>
            </a:r>
          </a:p>
          <a:p>
            <a:pPr marL="285750" indent="-28575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hu-HU" dirty="0">
                <a:solidFill>
                  <a:srgbClr val="DDC277"/>
                </a:solidFill>
              </a:rPr>
              <a:t>JavaScript</a:t>
            </a:r>
            <a:endParaRPr lang="en-US" dirty="0">
              <a:solidFill>
                <a:srgbClr val="DDC277"/>
              </a:solidFill>
            </a:endParaRPr>
          </a:p>
        </p:txBody>
      </p:sp>
      <p:pic>
        <p:nvPicPr>
          <p:cNvPr id="10" name="Kép 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1" b="98310" l="977" r="100000">
                        <a14:foregroundMark x1="49688" y1="35493" x2="49688" y2="35493"/>
                        <a14:foregroundMark x1="48281" y1="43732" x2="52148" y2="62465"/>
                        <a14:foregroundMark x1="13242" y1="46972" x2="12148" y2="70704"/>
                        <a14:foregroundMark x1="3711" y1="39859" x2="24453" y2="89296"/>
                        <a14:foregroundMark x1="48008" y1="50282" x2="51094" y2="50000"/>
                        <a14:foregroundMark x1="37852" y1="21549" x2="41641" y2="54577"/>
                        <a14:foregroundMark x1="59492" y1="23451" x2="54883" y2="62183"/>
                        <a14:foregroundMark x1="17852" y1="41338" x2="25703" y2="75000"/>
                        <a14:foregroundMark x1="5625" y1="28099" x2="9336" y2="27958"/>
                        <a14:foregroundMark x1="14063" y1="24789" x2="14297" y2="32113"/>
                        <a14:foregroundMark x1="18516" y1="25845" x2="20313" y2="29437"/>
                        <a14:foregroundMark x1="24961" y1="26268" x2="25547" y2="30775"/>
                        <a14:foregroundMark x1="43125" y1="41761" x2="44727" y2="23592"/>
                        <a14:foregroundMark x1="22383" y1="41338" x2="27109" y2="57746"/>
                        <a14:foregroundMark x1="5859" y1="58169" x2="10234" y2="88239"/>
                        <a14:foregroundMark x1="48008" y1="3169" x2="48008" y2="8521"/>
                        <a14:foregroundMark x1="51250" y1="10070" x2="53867" y2="9718"/>
                        <a14:foregroundMark x1="75039" y1="24789" x2="75625" y2="31831"/>
                        <a14:foregroundMark x1="81172" y1="31972" x2="83867" y2="31338"/>
                        <a14:foregroundMark x1="87344" y1="25423" x2="89570" y2="294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1311" y="1382083"/>
            <a:ext cx="6682339" cy="3706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6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/>
              <a:t>Csapatmunka: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hu-HU" sz="2800" b="1" u="sng" dirty="0" smtClean="0">
                <a:solidFill>
                  <a:srgbClr val="DDC277"/>
                </a:solidFill>
              </a:rPr>
              <a:t>Jacsó Áron:</a:t>
            </a:r>
          </a:p>
          <a:p>
            <a:r>
              <a:rPr lang="hu-HU" dirty="0">
                <a:solidFill>
                  <a:srgbClr val="DDC277"/>
                </a:solidFill>
              </a:rPr>
              <a:t>	</a:t>
            </a:r>
            <a:r>
              <a:rPr lang="hu-HU" dirty="0" smtClean="0">
                <a:solidFill>
                  <a:srgbClr val="DDC277"/>
                </a:solidFill>
              </a:rPr>
              <a:t>Előoldal, Főoldal, Bejelentkezés/Regisztráció funkciója, Képek</a:t>
            </a:r>
          </a:p>
          <a:p>
            <a:pPr marL="450000" lvl="1" indent="0">
              <a:buNone/>
            </a:pPr>
            <a:r>
              <a:rPr lang="hu-HU" dirty="0" err="1" smtClean="0">
                <a:solidFill>
                  <a:srgbClr val="DDC277"/>
                </a:solidFill>
              </a:rPr>
              <a:t>Alekosz</a:t>
            </a:r>
            <a:r>
              <a:rPr lang="hu-HU" dirty="0" smtClean="0">
                <a:solidFill>
                  <a:srgbClr val="DDC277"/>
                </a:solidFill>
              </a:rPr>
              <a:t>, Orbán Viktor, Rubint Réka, </a:t>
            </a:r>
            <a:r>
              <a:rPr lang="hu-HU" dirty="0" err="1" smtClean="0">
                <a:solidFill>
                  <a:srgbClr val="DDC277"/>
                </a:solidFill>
              </a:rPr>
              <a:t>Palvin</a:t>
            </a:r>
            <a:r>
              <a:rPr lang="hu-HU" dirty="0" smtClean="0">
                <a:solidFill>
                  <a:srgbClr val="DDC277"/>
                </a:solidFill>
              </a:rPr>
              <a:t> Barbara, Majoros Péter</a:t>
            </a:r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46" y="3585965"/>
            <a:ext cx="4679037" cy="1692617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832" y="5225266"/>
            <a:ext cx="6016770" cy="113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5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/>
              <a:t>Csapatmunka: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hu-HU" sz="2800" b="1" u="sng" dirty="0" smtClean="0">
                <a:solidFill>
                  <a:srgbClr val="DDC277"/>
                </a:solidFill>
              </a:rPr>
              <a:t>Tóth Kornél:</a:t>
            </a:r>
            <a:endParaRPr lang="hu-HU" sz="2800" b="1" u="sng" dirty="0">
              <a:solidFill>
                <a:srgbClr val="DDC277"/>
              </a:solidFill>
            </a:endParaRPr>
          </a:p>
          <a:p>
            <a:r>
              <a:rPr lang="hu-HU" dirty="0">
                <a:solidFill>
                  <a:srgbClr val="DDC277"/>
                </a:solidFill>
              </a:rPr>
              <a:t>	</a:t>
            </a:r>
            <a:r>
              <a:rPr lang="hu-HU" dirty="0" smtClean="0">
                <a:solidFill>
                  <a:srgbClr val="DDC277"/>
                </a:solidFill>
              </a:rPr>
              <a:t>Kapcsolat oldal, Videók, Képek, Beszélgetős oldalak:</a:t>
            </a:r>
            <a:endParaRPr lang="hu-HU" dirty="0">
              <a:solidFill>
                <a:srgbClr val="DDC277"/>
              </a:solidFill>
            </a:endParaRPr>
          </a:p>
          <a:p>
            <a:pPr marL="450000" lvl="1" indent="0">
              <a:spcAft>
                <a:spcPts val="0"/>
              </a:spcAft>
              <a:buNone/>
            </a:pPr>
            <a:r>
              <a:rPr lang="hu-HU" dirty="0" err="1" smtClean="0">
                <a:solidFill>
                  <a:srgbClr val="DDC277"/>
                </a:solidFill>
              </a:rPr>
              <a:t>Madelyn</a:t>
            </a:r>
            <a:r>
              <a:rPr lang="hu-HU" dirty="0" smtClean="0">
                <a:solidFill>
                  <a:srgbClr val="DDC277"/>
                </a:solidFill>
              </a:rPr>
              <a:t> </a:t>
            </a:r>
            <a:r>
              <a:rPr lang="hu-HU" dirty="0" err="1" smtClean="0">
                <a:solidFill>
                  <a:srgbClr val="DDC277"/>
                </a:solidFill>
              </a:rPr>
              <a:t>Cline</a:t>
            </a:r>
            <a:r>
              <a:rPr lang="hu-HU" dirty="0" smtClean="0">
                <a:solidFill>
                  <a:srgbClr val="DDC277"/>
                </a:solidFill>
              </a:rPr>
              <a:t>, </a:t>
            </a:r>
            <a:r>
              <a:rPr lang="hu-HU" dirty="0" err="1" smtClean="0">
                <a:solidFill>
                  <a:srgbClr val="DDC277"/>
                </a:solidFill>
              </a:rPr>
              <a:t>Madison</a:t>
            </a:r>
            <a:r>
              <a:rPr lang="hu-HU" dirty="0" smtClean="0">
                <a:solidFill>
                  <a:srgbClr val="DDC277"/>
                </a:solidFill>
              </a:rPr>
              <a:t> Beer, Margot </a:t>
            </a:r>
            <a:r>
              <a:rPr lang="hu-HU" dirty="0" err="1" smtClean="0">
                <a:solidFill>
                  <a:srgbClr val="DDC277"/>
                </a:solidFill>
              </a:rPr>
              <a:t>Robbie</a:t>
            </a:r>
            <a:r>
              <a:rPr lang="hu-HU" dirty="0" smtClean="0">
                <a:solidFill>
                  <a:srgbClr val="DDC277"/>
                </a:solidFill>
              </a:rPr>
              <a:t>, </a:t>
            </a:r>
            <a:r>
              <a:rPr lang="hu-HU" dirty="0" err="1" smtClean="0">
                <a:solidFill>
                  <a:srgbClr val="DDC277"/>
                </a:solidFill>
              </a:rPr>
              <a:t>Crisrtiano</a:t>
            </a:r>
            <a:r>
              <a:rPr lang="hu-HU" dirty="0" smtClean="0">
                <a:solidFill>
                  <a:srgbClr val="DDC277"/>
                </a:solidFill>
              </a:rPr>
              <a:t> Ronaldo, Leonardo </a:t>
            </a:r>
            <a:r>
              <a:rPr lang="hu-HU" dirty="0" err="1" smtClean="0">
                <a:solidFill>
                  <a:srgbClr val="DDC277"/>
                </a:solidFill>
              </a:rPr>
              <a:t>Dicaprio</a:t>
            </a:r>
            <a:r>
              <a:rPr lang="hu-HU" dirty="0" smtClean="0">
                <a:solidFill>
                  <a:srgbClr val="DDC277"/>
                </a:solidFill>
              </a:rPr>
              <a:t>, </a:t>
            </a:r>
            <a:r>
              <a:rPr lang="hu-HU" dirty="0" err="1" smtClean="0">
                <a:solidFill>
                  <a:srgbClr val="DDC277"/>
                </a:solidFill>
              </a:rPr>
              <a:t>Lebron</a:t>
            </a:r>
            <a:r>
              <a:rPr lang="hu-HU" dirty="0" smtClean="0">
                <a:solidFill>
                  <a:srgbClr val="DDC277"/>
                </a:solidFill>
              </a:rPr>
              <a:t> James,</a:t>
            </a:r>
          </a:p>
          <a:p>
            <a:pPr marL="450000" lvl="1" indent="0">
              <a:spcAft>
                <a:spcPts val="0"/>
              </a:spcAft>
              <a:buNone/>
            </a:pPr>
            <a:r>
              <a:rPr lang="hu-HU" dirty="0" smtClean="0">
                <a:solidFill>
                  <a:srgbClr val="DDC277"/>
                </a:solidFill>
              </a:rPr>
              <a:t>Szoboszlai Dominik, Tóth Gabi</a:t>
            </a:r>
            <a:endParaRPr lang="hu-HU" dirty="0">
              <a:solidFill>
                <a:srgbClr val="DDC277"/>
              </a:solidFill>
            </a:endParaRPr>
          </a:p>
          <a:p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80" y="3761824"/>
            <a:ext cx="4629796" cy="1524213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4683" y="4945471"/>
            <a:ext cx="6151077" cy="112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153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smtClean="0"/>
              <a:t>Csapatmunka:</a:t>
            </a:r>
            <a:endParaRPr lang="hu-HU" b="1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hu-HU" sz="2800" b="1" u="sng" dirty="0">
                <a:solidFill>
                  <a:srgbClr val="DDC277"/>
                </a:solidFill>
              </a:rPr>
              <a:t>Tóth Kornél:</a:t>
            </a:r>
          </a:p>
          <a:p>
            <a:r>
              <a:rPr lang="hu-HU" dirty="0">
                <a:solidFill>
                  <a:srgbClr val="DDC277"/>
                </a:solidFill>
              </a:rPr>
              <a:t>	</a:t>
            </a:r>
            <a:r>
              <a:rPr lang="hu-HU" dirty="0" smtClean="0">
                <a:solidFill>
                  <a:srgbClr val="DDC277"/>
                </a:solidFill>
              </a:rPr>
              <a:t>Bejelentkezés/Regisztráció alapja, Beszélgetés oldal funkciói, Beszélgetős </a:t>
            </a:r>
            <a:r>
              <a:rPr lang="hu-HU" dirty="0">
                <a:solidFill>
                  <a:srgbClr val="DDC277"/>
                </a:solidFill>
              </a:rPr>
              <a:t>oldalak:</a:t>
            </a:r>
          </a:p>
          <a:p>
            <a:pPr marL="450000" lvl="1" indent="0">
              <a:spcAft>
                <a:spcPts val="0"/>
              </a:spcAft>
              <a:buNone/>
            </a:pPr>
            <a:r>
              <a:rPr lang="hu-HU" dirty="0" err="1" smtClean="0">
                <a:solidFill>
                  <a:srgbClr val="DDC277"/>
                </a:solidFill>
              </a:rPr>
              <a:t>Cristiano</a:t>
            </a:r>
            <a:r>
              <a:rPr lang="hu-HU" dirty="0" smtClean="0">
                <a:solidFill>
                  <a:srgbClr val="DDC277"/>
                </a:solidFill>
              </a:rPr>
              <a:t> Ronaldo, </a:t>
            </a:r>
            <a:r>
              <a:rPr lang="hu-HU" dirty="0" err="1">
                <a:solidFill>
                  <a:srgbClr val="DDC277"/>
                </a:solidFill>
              </a:rPr>
              <a:t>Madison</a:t>
            </a:r>
            <a:r>
              <a:rPr lang="hu-HU" dirty="0">
                <a:solidFill>
                  <a:srgbClr val="DDC277"/>
                </a:solidFill>
              </a:rPr>
              <a:t> Beer, Margot </a:t>
            </a:r>
            <a:r>
              <a:rPr lang="hu-HU" dirty="0" err="1" smtClean="0">
                <a:solidFill>
                  <a:srgbClr val="DDC277"/>
                </a:solidFill>
              </a:rPr>
              <a:t>Robbie</a:t>
            </a:r>
            <a:endParaRPr lang="hu-HU" dirty="0"/>
          </a:p>
        </p:txBody>
      </p:sp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446" y="3524596"/>
            <a:ext cx="7844012" cy="1034160"/>
          </a:xfrm>
          <a:prstGeom prst="rect">
            <a:avLst/>
          </a:prstGeom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36" y="4788131"/>
            <a:ext cx="8555271" cy="156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00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3795" y="609599"/>
            <a:ext cx="10353762" cy="5616633"/>
          </a:xfrm>
        </p:spPr>
        <p:txBody>
          <a:bodyPr>
            <a:normAutofit/>
          </a:bodyPr>
          <a:lstStyle/>
          <a:p>
            <a:r>
              <a:rPr lang="hu-HU" sz="7200" b="1" dirty="0" smtClean="0"/>
              <a:t>Csapatmunka összegzés</a:t>
            </a:r>
            <a:endParaRPr lang="hu-HU" sz="7200" b="1" dirty="0"/>
          </a:p>
        </p:txBody>
      </p:sp>
    </p:spTree>
    <p:extLst>
      <p:ext uri="{BB962C8B-B14F-4D97-AF65-F5344CB8AC3E}">
        <p14:creationId xmlns:p14="http://schemas.microsoft.com/office/powerpoint/2010/main" val="75034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smtClean="0"/>
              <a:t>Köszönjük a figyelmet!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618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la">
  <a:themeElements>
    <a:clrScheme name="Custom 18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5424_TF55991576.potx" id="{BDB3CC55-C463-4CFE-936D-7E692A1C38E6}" vid="{962778A5-66B9-4F79-A1C2-B6CC8422D4F2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589a1faf-1b30-47fc-b30e-aa055590b40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D9F60A711A52834A95069956FD696F26" ma:contentTypeVersion="4" ma:contentTypeDescription="Új dokumentum létrehozása." ma:contentTypeScope="" ma:versionID="7a346d64d78e1e8d55a62a35472f6f2e">
  <xsd:schema xmlns:xsd="http://www.w3.org/2001/XMLSchema" xmlns:xs="http://www.w3.org/2001/XMLSchema" xmlns:p="http://schemas.microsoft.com/office/2006/metadata/properties" xmlns:ns2="589a1faf-1b30-47fc-b30e-aa055590b409" targetNamespace="http://schemas.microsoft.com/office/2006/metadata/properties" ma:root="true" ma:fieldsID="5313094b085d04062e0923c61e4c1561" ns2:_="">
    <xsd:import namespace="589a1faf-1b30-47fc-b30e-aa055590b40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9a1faf-1b30-47fc-b30e-aa055590b409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1C015E-2B6B-4186-AA19-D3C2878D41E9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F5BE4635-D1B4-4307-892D-6B7970BB730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1E40B5-AEA0-4F0A-A77E-34D7928A6B3D}"/>
</file>

<file path=docProps/app.xml><?xml version="1.0" encoding="utf-8"?>
<Properties xmlns="http://schemas.openxmlformats.org/officeDocument/2006/extended-properties" xmlns:vt="http://schemas.openxmlformats.org/officeDocument/2006/docPropsVTypes">
  <Template>Pala arculat</Template>
  <TotalTime>0</TotalTime>
  <Words>148</Words>
  <Application>Microsoft Office PowerPoint</Application>
  <PresentationFormat>Szélesvásznú</PresentationFormat>
  <Paragraphs>70</Paragraphs>
  <Slides>13</Slides>
  <Notes>2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Calisto MT</vt:lpstr>
      <vt:lpstr>Times New Roman</vt:lpstr>
      <vt:lpstr>Trebuchet MS</vt:lpstr>
      <vt:lpstr>Wingdings</vt:lpstr>
      <vt:lpstr>Wingdings 2</vt:lpstr>
      <vt:lpstr>Pala</vt:lpstr>
      <vt:lpstr>Chathub-VIP</vt:lpstr>
      <vt:lpstr>Projekt célja:</vt:lpstr>
      <vt:lpstr>Magáról a termékről:</vt:lpstr>
      <vt:lpstr>Előoldal/Regisztráció/Bejelentkezés:</vt:lpstr>
      <vt:lpstr>Főoldal:</vt:lpstr>
      <vt:lpstr>Kapcsolat oldal:</vt:lpstr>
      <vt:lpstr>Beszélgető oldal:</vt:lpstr>
      <vt:lpstr>Fejlesztési környezet:</vt:lpstr>
      <vt:lpstr>Csapatmunka:</vt:lpstr>
      <vt:lpstr>Csapatmunka:</vt:lpstr>
      <vt:lpstr>Csapatmunka:</vt:lpstr>
      <vt:lpstr>Csapatmunka összegzés</vt:lpstr>
      <vt:lpstr>Köszönjük a figyelmet!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2026-05-16T11:15:37Z</dcterms:created>
  <dcterms:modified xsi:type="dcterms:W3CDTF">2026-05-16T12:29:44Z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0x010100D9F60A711A52834A95069956FD696F26</vt:lpwstr>
  </property>
</Properties>
</file>